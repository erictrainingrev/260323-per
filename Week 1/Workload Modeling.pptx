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29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45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149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849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828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6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014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19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38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62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547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966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60A355-ECF0-5487-AAC3-B64CC560B0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0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5DEC45B-BA77-21C0-3869-05DE7C923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705856"/>
            <a:ext cx="12192001" cy="1152144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6C738B-D62E-0234-3E5C-19E37DBF0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615" y="5863030"/>
            <a:ext cx="7955280" cy="870008"/>
          </a:xfrm>
        </p:spPr>
        <p:txBody>
          <a:bodyPr anchor="ctr">
            <a:normAutofit/>
          </a:bodyPr>
          <a:lstStyle/>
          <a:p>
            <a:r>
              <a:rPr lang="en-US" sz="4800" dirty="0"/>
              <a:t>Workload Modeling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C4A3D4-EF6D-45B2-3660-7ACA57BC2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8323" y="5863030"/>
            <a:ext cx="3527062" cy="870008"/>
          </a:xfrm>
        </p:spPr>
        <p:txBody>
          <a:bodyPr anchor="ctr">
            <a:normAutofit/>
          </a:bodyPr>
          <a:lstStyle/>
          <a:p>
            <a:pPr algn="r"/>
            <a:endParaRPr lang="en-US" sz="16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0A4642-D29D-0121-4C05-5A5559BC5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-560574" y="6281928"/>
            <a:ext cx="115214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05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DFE6E-0761-4C63-0964-0BC1BFEC3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Think Time &amp; Pacing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54DE9-1DE4-A607-CE04-ADB5D7C0C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6336" y="2633472"/>
            <a:ext cx="4169664" cy="356616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Think Time</a:t>
            </a:r>
          </a:p>
          <a:p>
            <a:r>
              <a:rPr lang="en-US" dirty="0"/>
              <a:t>Simulation of ”real” user actions</a:t>
            </a:r>
          </a:p>
          <a:p>
            <a:r>
              <a:rPr lang="en-US" dirty="0"/>
              <a:t>Helps to better simulate user workflow</a:t>
            </a:r>
          </a:p>
          <a:p>
            <a:r>
              <a:rPr lang="en-US" dirty="0"/>
              <a:t>Helps create more meaningful metrics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E55755-124E-A303-333D-7545042088A5}"/>
              </a:ext>
            </a:extLst>
          </p:cNvPr>
          <p:cNvSpPr txBox="1">
            <a:spLocks/>
          </p:cNvSpPr>
          <p:nvPr/>
        </p:nvSpPr>
        <p:spPr>
          <a:xfrm>
            <a:off x="6085543" y="2633472"/>
            <a:ext cx="4169664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Pacing</a:t>
            </a:r>
          </a:p>
          <a:p>
            <a:r>
              <a:rPr lang="en-US" dirty="0"/>
              <a:t>Interval between workflows of individual users/sessions</a:t>
            </a:r>
          </a:p>
          <a:p>
            <a:r>
              <a:rPr lang="en-US" dirty="0"/>
              <a:t>Helps create more realistic load on the system</a:t>
            </a:r>
          </a:p>
        </p:txBody>
      </p:sp>
    </p:spTree>
    <p:extLst>
      <p:ext uri="{BB962C8B-B14F-4D97-AF65-F5344CB8AC3E}">
        <p14:creationId xmlns:p14="http://schemas.microsoft.com/office/powerpoint/2010/main" val="1580932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FF276-1B10-788C-F706-60069ED0F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Arrival rate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70579-5F85-E923-4C1B-9A70875FE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2196" y="2468881"/>
            <a:ext cx="6007608" cy="3566160"/>
          </a:xfrm>
        </p:spPr>
        <p:txBody>
          <a:bodyPr/>
          <a:lstStyle/>
          <a:p>
            <a:r>
              <a:rPr lang="en-US" dirty="0"/>
              <a:t>Defines how frequently new virtual users or requests are started</a:t>
            </a:r>
          </a:p>
          <a:p>
            <a:r>
              <a:rPr lang="en-US" dirty="0"/>
              <a:t>Simulates real-world user or traffic arrival patterns by controlling the timing and distribution of session starts.</a:t>
            </a:r>
          </a:p>
          <a:p>
            <a:r>
              <a:rPr lang="en-US" dirty="0"/>
              <a:t>Helps create realistic and predictable load on the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731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87EB6-1F7B-72A1-116A-546576FF2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User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01EE7-8A77-D57D-B01C-6B423FCBB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947" y="2468881"/>
            <a:ext cx="4965192" cy="3566160"/>
          </a:xfrm>
        </p:spPr>
        <p:txBody>
          <a:bodyPr/>
          <a:lstStyle/>
          <a:p>
            <a:r>
              <a:rPr lang="en-US" dirty="0"/>
              <a:t>A way of describing the kind of actions your virtual users are performing</a:t>
            </a:r>
          </a:p>
          <a:p>
            <a:r>
              <a:rPr lang="en-US" dirty="0"/>
              <a:t>Common actions/activities should reflect the majority of load in most cases</a:t>
            </a:r>
          </a:p>
          <a:p>
            <a:r>
              <a:rPr lang="en-US" dirty="0"/>
              <a:t>Uncommon distributions can be used to look for edge cases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09599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120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Avenir Next LT Pro</vt:lpstr>
      <vt:lpstr>Grandview Display</vt:lpstr>
      <vt:lpstr>DashVTI</vt:lpstr>
      <vt:lpstr>Workload Modeling</vt:lpstr>
      <vt:lpstr>Think Time &amp; Pacing</vt:lpstr>
      <vt:lpstr>Arrival rate modeling</vt:lpstr>
      <vt:lpstr>User Distribution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Suminski</dc:creator>
  <cp:lastModifiedBy>Eric Suminski</cp:lastModifiedBy>
  <cp:revision>4</cp:revision>
  <dcterms:created xsi:type="dcterms:W3CDTF">2026-03-17T15:14:36Z</dcterms:created>
  <dcterms:modified xsi:type="dcterms:W3CDTF">2026-03-20T14:32:53Z</dcterms:modified>
</cp:coreProperties>
</file>