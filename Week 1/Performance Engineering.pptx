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CD975F-4962-4BD3-823E-46D42C32B54C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3451CF-6D5B-462D-8635-A9906AB42045}">
      <dgm:prSet phldrT="[Text]" phldr="0"/>
      <dgm:spPr/>
      <dgm:t>
        <a:bodyPr/>
        <a:lstStyle/>
        <a:p>
          <a:r>
            <a:rPr lang="en-US" dirty="0"/>
            <a:t>Requirements Gathering</a:t>
          </a:r>
        </a:p>
      </dgm:t>
    </dgm:pt>
    <dgm:pt modelId="{F9F56140-F691-4AA9-95C2-985BCAAC4DCB}" type="parTrans" cxnId="{5984AC51-240F-4F8D-9D11-EAE83701CD16}">
      <dgm:prSet/>
      <dgm:spPr/>
      <dgm:t>
        <a:bodyPr/>
        <a:lstStyle/>
        <a:p>
          <a:endParaRPr lang="en-US"/>
        </a:p>
      </dgm:t>
    </dgm:pt>
    <dgm:pt modelId="{9A69F16A-F4D0-4DF7-B06F-F4A9A3EF1485}" type="sibTrans" cxnId="{5984AC51-240F-4F8D-9D11-EAE83701CD16}">
      <dgm:prSet/>
      <dgm:spPr/>
      <dgm:t>
        <a:bodyPr/>
        <a:lstStyle/>
        <a:p>
          <a:endParaRPr lang="en-US"/>
        </a:p>
      </dgm:t>
    </dgm:pt>
    <dgm:pt modelId="{397516BB-7DC7-4587-8319-7FEF217A4A68}">
      <dgm:prSet phldrT="[Text]" phldr="0"/>
      <dgm:spPr/>
      <dgm:t>
        <a:bodyPr/>
        <a:lstStyle/>
        <a:p>
          <a:r>
            <a:rPr lang="en-US" dirty="0"/>
            <a:t>Design</a:t>
          </a:r>
        </a:p>
      </dgm:t>
    </dgm:pt>
    <dgm:pt modelId="{FF454CAD-4EF7-45BC-BB22-31B785BD553A}" type="parTrans" cxnId="{8B08DC3B-3914-4BEE-B092-00E0205455CA}">
      <dgm:prSet/>
      <dgm:spPr/>
      <dgm:t>
        <a:bodyPr/>
        <a:lstStyle/>
        <a:p>
          <a:endParaRPr lang="en-US"/>
        </a:p>
      </dgm:t>
    </dgm:pt>
    <dgm:pt modelId="{5248AA75-8D1C-49CD-BBB2-F123D2CCB729}" type="sibTrans" cxnId="{8B08DC3B-3914-4BEE-B092-00E0205455CA}">
      <dgm:prSet/>
      <dgm:spPr/>
      <dgm:t>
        <a:bodyPr/>
        <a:lstStyle/>
        <a:p>
          <a:endParaRPr lang="en-US"/>
        </a:p>
      </dgm:t>
    </dgm:pt>
    <dgm:pt modelId="{BE9168B8-2E91-4443-8B0D-3BCEC29920A1}">
      <dgm:prSet phldrT="[Text]" phldr="0"/>
      <dgm:spPr/>
      <dgm:t>
        <a:bodyPr/>
        <a:lstStyle/>
        <a:p>
          <a:r>
            <a:rPr lang="en-US" dirty="0"/>
            <a:t>Implementation</a:t>
          </a:r>
        </a:p>
      </dgm:t>
    </dgm:pt>
    <dgm:pt modelId="{3A58C4DB-43CE-45E6-BB3B-B0DA55B2E5AB}" type="parTrans" cxnId="{3F91595A-8190-4BBE-B3C4-A97D1AFF7C6E}">
      <dgm:prSet/>
      <dgm:spPr/>
      <dgm:t>
        <a:bodyPr/>
        <a:lstStyle/>
        <a:p>
          <a:endParaRPr lang="en-US"/>
        </a:p>
      </dgm:t>
    </dgm:pt>
    <dgm:pt modelId="{10507793-4D16-43F1-BF85-3BA4CA84D667}" type="sibTrans" cxnId="{3F91595A-8190-4BBE-B3C4-A97D1AFF7C6E}">
      <dgm:prSet/>
      <dgm:spPr/>
      <dgm:t>
        <a:bodyPr/>
        <a:lstStyle/>
        <a:p>
          <a:endParaRPr lang="en-US"/>
        </a:p>
      </dgm:t>
    </dgm:pt>
    <dgm:pt modelId="{05573075-BDED-418E-A0F4-311B42951DCD}">
      <dgm:prSet phldrT="[Text]" phldr="0"/>
      <dgm:spPr/>
      <dgm:t>
        <a:bodyPr/>
        <a:lstStyle/>
        <a:p>
          <a:r>
            <a:rPr lang="en-US" dirty="0"/>
            <a:t>Testing</a:t>
          </a:r>
        </a:p>
      </dgm:t>
    </dgm:pt>
    <dgm:pt modelId="{69043FE0-BE3F-49FE-98A3-265BA7AFC0E3}" type="parTrans" cxnId="{85AB9D9F-6967-41BF-A96F-AA092EAF7F59}">
      <dgm:prSet/>
      <dgm:spPr/>
      <dgm:t>
        <a:bodyPr/>
        <a:lstStyle/>
        <a:p>
          <a:endParaRPr lang="en-US"/>
        </a:p>
      </dgm:t>
    </dgm:pt>
    <dgm:pt modelId="{A6B1D147-907F-499B-8BEE-53512B67EB88}" type="sibTrans" cxnId="{85AB9D9F-6967-41BF-A96F-AA092EAF7F59}">
      <dgm:prSet/>
      <dgm:spPr/>
      <dgm:t>
        <a:bodyPr/>
        <a:lstStyle/>
        <a:p>
          <a:endParaRPr lang="en-US"/>
        </a:p>
      </dgm:t>
    </dgm:pt>
    <dgm:pt modelId="{CA8E086C-FAE2-4EC8-8C3C-403FF6AC26D1}">
      <dgm:prSet phldrT="[Text]" phldr="0"/>
      <dgm:spPr/>
      <dgm:t>
        <a:bodyPr/>
        <a:lstStyle/>
        <a:p>
          <a:r>
            <a:rPr lang="en-US"/>
            <a:t>Deployment</a:t>
          </a:r>
          <a:endParaRPr lang="en-US" dirty="0"/>
        </a:p>
      </dgm:t>
    </dgm:pt>
    <dgm:pt modelId="{0E66E0E7-1972-401A-AAD2-5AEDFCBEB34F}" type="parTrans" cxnId="{B10FEC1A-04E4-4D4B-9281-8B311C46A713}">
      <dgm:prSet/>
      <dgm:spPr/>
      <dgm:t>
        <a:bodyPr/>
        <a:lstStyle/>
        <a:p>
          <a:endParaRPr lang="en-US"/>
        </a:p>
      </dgm:t>
    </dgm:pt>
    <dgm:pt modelId="{C569A7AB-C1A0-4798-BFB3-E6521E557A1A}" type="sibTrans" cxnId="{B10FEC1A-04E4-4D4B-9281-8B311C46A713}">
      <dgm:prSet/>
      <dgm:spPr/>
      <dgm:t>
        <a:bodyPr/>
        <a:lstStyle/>
        <a:p>
          <a:endParaRPr lang="en-US"/>
        </a:p>
      </dgm:t>
    </dgm:pt>
    <dgm:pt modelId="{F69F3C8E-CBB0-4BF5-BE23-82992596B644}">
      <dgm:prSet phldrT="[Text]" phldr="0"/>
      <dgm:spPr/>
      <dgm:t>
        <a:bodyPr/>
        <a:lstStyle/>
        <a:p>
          <a:r>
            <a:rPr lang="en-US"/>
            <a:t>Maintenence</a:t>
          </a:r>
          <a:endParaRPr lang="en-US" dirty="0"/>
        </a:p>
      </dgm:t>
    </dgm:pt>
    <dgm:pt modelId="{A6643BFE-EA7D-4BDB-BA46-70D536BDFAAF}" type="parTrans" cxnId="{7CDAFF17-CCB0-44FC-9975-6FBA65F5AB14}">
      <dgm:prSet/>
      <dgm:spPr/>
      <dgm:t>
        <a:bodyPr/>
        <a:lstStyle/>
        <a:p>
          <a:endParaRPr lang="en-US"/>
        </a:p>
      </dgm:t>
    </dgm:pt>
    <dgm:pt modelId="{8371A5BF-98B5-4CDE-BF70-7483AB4EB22C}" type="sibTrans" cxnId="{7CDAFF17-CCB0-44FC-9975-6FBA65F5AB14}">
      <dgm:prSet/>
      <dgm:spPr/>
      <dgm:t>
        <a:bodyPr/>
        <a:lstStyle/>
        <a:p>
          <a:endParaRPr lang="en-US"/>
        </a:p>
      </dgm:t>
    </dgm:pt>
    <dgm:pt modelId="{C5F0698F-8011-4F0D-A776-A2D946B8892F}" type="pres">
      <dgm:prSet presAssocID="{94CD975F-4962-4BD3-823E-46D42C32B54C}" presName="Name0" presStyleCnt="0">
        <dgm:presLayoutVars>
          <dgm:dir/>
          <dgm:resizeHandles val="exact"/>
        </dgm:presLayoutVars>
      </dgm:prSet>
      <dgm:spPr/>
    </dgm:pt>
    <dgm:pt modelId="{C93DF525-BAF4-4354-892D-EA34F72FFF79}" type="pres">
      <dgm:prSet presAssocID="{CE3451CF-6D5B-462D-8635-A9906AB42045}" presName="parTxOnly" presStyleLbl="node1" presStyleIdx="0" presStyleCnt="6">
        <dgm:presLayoutVars>
          <dgm:bulletEnabled val="1"/>
        </dgm:presLayoutVars>
      </dgm:prSet>
      <dgm:spPr/>
    </dgm:pt>
    <dgm:pt modelId="{59599D74-7650-4B28-83FE-1FB5B48E807B}" type="pres">
      <dgm:prSet presAssocID="{9A69F16A-F4D0-4DF7-B06F-F4A9A3EF1485}" presName="parSpace" presStyleCnt="0"/>
      <dgm:spPr/>
    </dgm:pt>
    <dgm:pt modelId="{14AF5DC0-5E64-4EB7-97A8-0652A79E58F5}" type="pres">
      <dgm:prSet presAssocID="{397516BB-7DC7-4587-8319-7FEF217A4A68}" presName="parTxOnly" presStyleLbl="node1" presStyleIdx="1" presStyleCnt="6">
        <dgm:presLayoutVars>
          <dgm:bulletEnabled val="1"/>
        </dgm:presLayoutVars>
      </dgm:prSet>
      <dgm:spPr/>
    </dgm:pt>
    <dgm:pt modelId="{2ED88542-A509-4AF3-BB52-2CEE33DD5078}" type="pres">
      <dgm:prSet presAssocID="{5248AA75-8D1C-49CD-BBB2-F123D2CCB729}" presName="parSpace" presStyleCnt="0"/>
      <dgm:spPr/>
    </dgm:pt>
    <dgm:pt modelId="{E8BEAC1D-C3F5-4F1A-97BA-8A8840CADC26}" type="pres">
      <dgm:prSet presAssocID="{BE9168B8-2E91-4443-8B0D-3BCEC29920A1}" presName="parTxOnly" presStyleLbl="node1" presStyleIdx="2" presStyleCnt="6">
        <dgm:presLayoutVars>
          <dgm:bulletEnabled val="1"/>
        </dgm:presLayoutVars>
      </dgm:prSet>
      <dgm:spPr/>
    </dgm:pt>
    <dgm:pt modelId="{FAC5251D-39BE-475F-BB8B-853663D4D777}" type="pres">
      <dgm:prSet presAssocID="{10507793-4D16-43F1-BF85-3BA4CA84D667}" presName="parSpace" presStyleCnt="0"/>
      <dgm:spPr/>
    </dgm:pt>
    <dgm:pt modelId="{5CAC8913-C503-4430-8E22-8C14FA7FEBEA}" type="pres">
      <dgm:prSet presAssocID="{05573075-BDED-418E-A0F4-311B42951DCD}" presName="parTxOnly" presStyleLbl="node1" presStyleIdx="3" presStyleCnt="6">
        <dgm:presLayoutVars>
          <dgm:bulletEnabled val="1"/>
        </dgm:presLayoutVars>
      </dgm:prSet>
      <dgm:spPr/>
    </dgm:pt>
    <dgm:pt modelId="{D56C2F18-71CA-455C-B9D2-8B16D7B96E65}" type="pres">
      <dgm:prSet presAssocID="{A6B1D147-907F-499B-8BEE-53512B67EB88}" presName="parSpace" presStyleCnt="0"/>
      <dgm:spPr/>
    </dgm:pt>
    <dgm:pt modelId="{F17907E0-4C1C-4D60-9D09-C647A84E76AC}" type="pres">
      <dgm:prSet presAssocID="{CA8E086C-FAE2-4EC8-8C3C-403FF6AC26D1}" presName="parTxOnly" presStyleLbl="node1" presStyleIdx="4" presStyleCnt="6">
        <dgm:presLayoutVars>
          <dgm:bulletEnabled val="1"/>
        </dgm:presLayoutVars>
      </dgm:prSet>
      <dgm:spPr/>
    </dgm:pt>
    <dgm:pt modelId="{617A76BB-B4DB-497A-9536-92AB4A72DF8B}" type="pres">
      <dgm:prSet presAssocID="{C569A7AB-C1A0-4798-BFB3-E6521E557A1A}" presName="parSpace" presStyleCnt="0"/>
      <dgm:spPr/>
    </dgm:pt>
    <dgm:pt modelId="{1416B75A-CD89-4970-90EF-3A99AC6AFD01}" type="pres">
      <dgm:prSet presAssocID="{F69F3C8E-CBB0-4BF5-BE23-82992596B644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7CDAFF17-CCB0-44FC-9975-6FBA65F5AB14}" srcId="{94CD975F-4962-4BD3-823E-46D42C32B54C}" destId="{F69F3C8E-CBB0-4BF5-BE23-82992596B644}" srcOrd="5" destOrd="0" parTransId="{A6643BFE-EA7D-4BDB-BA46-70D536BDFAAF}" sibTransId="{8371A5BF-98B5-4CDE-BF70-7483AB4EB22C}"/>
    <dgm:cxn modelId="{B10FEC1A-04E4-4D4B-9281-8B311C46A713}" srcId="{94CD975F-4962-4BD3-823E-46D42C32B54C}" destId="{CA8E086C-FAE2-4EC8-8C3C-403FF6AC26D1}" srcOrd="4" destOrd="0" parTransId="{0E66E0E7-1972-401A-AAD2-5AEDFCBEB34F}" sibTransId="{C569A7AB-C1A0-4798-BFB3-E6521E557A1A}"/>
    <dgm:cxn modelId="{8B08DC3B-3914-4BEE-B092-00E0205455CA}" srcId="{94CD975F-4962-4BD3-823E-46D42C32B54C}" destId="{397516BB-7DC7-4587-8319-7FEF217A4A68}" srcOrd="1" destOrd="0" parTransId="{FF454CAD-4EF7-45BC-BB22-31B785BD553A}" sibTransId="{5248AA75-8D1C-49CD-BBB2-F123D2CCB729}"/>
    <dgm:cxn modelId="{7705F842-E2D4-4EDB-B6AF-2A421B558F67}" type="presOf" srcId="{CA8E086C-FAE2-4EC8-8C3C-403FF6AC26D1}" destId="{F17907E0-4C1C-4D60-9D09-C647A84E76AC}" srcOrd="0" destOrd="0" presId="urn:microsoft.com/office/officeart/2005/8/layout/hChevron3"/>
    <dgm:cxn modelId="{C16D566E-3531-4CB3-8599-53E029F83084}" type="presOf" srcId="{94CD975F-4962-4BD3-823E-46D42C32B54C}" destId="{C5F0698F-8011-4F0D-A776-A2D946B8892F}" srcOrd="0" destOrd="0" presId="urn:microsoft.com/office/officeart/2005/8/layout/hChevron3"/>
    <dgm:cxn modelId="{BE5EBA4F-F4D7-4EAA-85D6-CAC223DEEF3E}" type="presOf" srcId="{F69F3C8E-CBB0-4BF5-BE23-82992596B644}" destId="{1416B75A-CD89-4970-90EF-3A99AC6AFD01}" srcOrd="0" destOrd="0" presId="urn:microsoft.com/office/officeart/2005/8/layout/hChevron3"/>
    <dgm:cxn modelId="{5984AC51-240F-4F8D-9D11-EAE83701CD16}" srcId="{94CD975F-4962-4BD3-823E-46D42C32B54C}" destId="{CE3451CF-6D5B-462D-8635-A9906AB42045}" srcOrd="0" destOrd="0" parTransId="{F9F56140-F691-4AA9-95C2-985BCAAC4DCB}" sibTransId="{9A69F16A-F4D0-4DF7-B06F-F4A9A3EF1485}"/>
    <dgm:cxn modelId="{3F91595A-8190-4BBE-B3C4-A97D1AFF7C6E}" srcId="{94CD975F-4962-4BD3-823E-46D42C32B54C}" destId="{BE9168B8-2E91-4443-8B0D-3BCEC29920A1}" srcOrd="2" destOrd="0" parTransId="{3A58C4DB-43CE-45E6-BB3B-B0DA55B2E5AB}" sibTransId="{10507793-4D16-43F1-BF85-3BA4CA84D667}"/>
    <dgm:cxn modelId="{4E355297-823D-4F91-BEF1-E7C3786A6D43}" type="presOf" srcId="{05573075-BDED-418E-A0F4-311B42951DCD}" destId="{5CAC8913-C503-4430-8E22-8C14FA7FEBEA}" srcOrd="0" destOrd="0" presId="urn:microsoft.com/office/officeart/2005/8/layout/hChevron3"/>
    <dgm:cxn modelId="{85AB9D9F-6967-41BF-A96F-AA092EAF7F59}" srcId="{94CD975F-4962-4BD3-823E-46D42C32B54C}" destId="{05573075-BDED-418E-A0F4-311B42951DCD}" srcOrd="3" destOrd="0" parTransId="{69043FE0-BE3F-49FE-98A3-265BA7AFC0E3}" sibTransId="{A6B1D147-907F-499B-8BEE-53512B67EB88}"/>
    <dgm:cxn modelId="{5EFFDEA2-527B-4EF2-99BE-A808304F1DA4}" type="presOf" srcId="{CE3451CF-6D5B-462D-8635-A9906AB42045}" destId="{C93DF525-BAF4-4354-892D-EA34F72FFF79}" srcOrd="0" destOrd="0" presId="urn:microsoft.com/office/officeart/2005/8/layout/hChevron3"/>
    <dgm:cxn modelId="{75F93DA3-DD36-4064-BAC2-BF08E6E77188}" type="presOf" srcId="{BE9168B8-2E91-4443-8B0D-3BCEC29920A1}" destId="{E8BEAC1D-C3F5-4F1A-97BA-8A8840CADC26}" srcOrd="0" destOrd="0" presId="urn:microsoft.com/office/officeart/2005/8/layout/hChevron3"/>
    <dgm:cxn modelId="{F3B5DBFB-3FC1-44D3-B17B-7F0755C836AD}" type="presOf" srcId="{397516BB-7DC7-4587-8319-7FEF217A4A68}" destId="{14AF5DC0-5E64-4EB7-97A8-0652A79E58F5}" srcOrd="0" destOrd="0" presId="urn:microsoft.com/office/officeart/2005/8/layout/hChevron3"/>
    <dgm:cxn modelId="{E3BE4AE0-B62B-4488-8EFA-B0B13468115D}" type="presParOf" srcId="{C5F0698F-8011-4F0D-A776-A2D946B8892F}" destId="{C93DF525-BAF4-4354-892D-EA34F72FFF79}" srcOrd="0" destOrd="0" presId="urn:microsoft.com/office/officeart/2005/8/layout/hChevron3"/>
    <dgm:cxn modelId="{17C4796C-CE0F-41F1-9BD2-19BB3D26C191}" type="presParOf" srcId="{C5F0698F-8011-4F0D-A776-A2D946B8892F}" destId="{59599D74-7650-4B28-83FE-1FB5B48E807B}" srcOrd="1" destOrd="0" presId="urn:microsoft.com/office/officeart/2005/8/layout/hChevron3"/>
    <dgm:cxn modelId="{DAEA938C-B1F5-411A-8F2B-5EB511CAA078}" type="presParOf" srcId="{C5F0698F-8011-4F0D-A776-A2D946B8892F}" destId="{14AF5DC0-5E64-4EB7-97A8-0652A79E58F5}" srcOrd="2" destOrd="0" presId="urn:microsoft.com/office/officeart/2005/8/layout/hChevron3"/>
    <dgm:cxn modelId="{8F8F1D58-CD60-4648-B2E0-22EEE888D931}" type="presParOf" srcId="{C5F0698F-8011-4F0D-A776-A2D946B8892F}" destId="{2ED88542-A509-4AF3-BB52-2CEE33DD5078}" srcOrd="3" destOrd="0" presId="urn:microsoft.com/office/officeart/2005/8/layout/hChevron3"/>
    <dgm:cxn modelId="{4983BEB8-8A15-4A3D-BA95-6916B5A728DE}" type="presParOf" srcId="{C5F0698F-8011-4F0D-A776-A2D946B8892F}" destId="{E8BEAC1D-C3F5-4F1A-97BA-8A8840CADC26}" srcOrd="4" destOrd="0" presId="urn:microsoft.com/office/officeart/2005/8/layout/hChevron3"/>
    <dgm:cxn modelId="{DD42F994-2C5E-4F38-B49F-14CC75D77912}" type="presParOf" srcId="{C5F0698F-8011-4F0D-A776-A2D946B8892F}" destId="{FAC5251D-39BE-475F-BB8B-853663D4D777}" srcOrd="5" destOrd="0" presId="urn:microsoft.com/office/officeart/2005/8/layout/hChevron3"/>
    <dgm:cxn modelId="{CFC7736D-E0B6-432D-BAFC-B71534A1BEA8}" type="presParOf" srcId="{C5F0698F-8011-4F0D-A776-A2D946B8892F}" destId="{5CAC8913-C503-4430-8E22-8C14FA7FEBEA}" srcOrd="6" destOrd="0" presId="urn:microsoft.com/office/officeart/2005/8/layout/hChevron3"/>
    <dgm:cxn modelId="{FC2151CC-4602-4D77-A883-D6F2A2352E41}" type="presParOf" srcId="{C5F0698F-8011-4F0D-A776-A2D946B8892F}" destId="{D56C2F18-71CA-455C-B9D2-8B16D7B96E65}" srcOrd="7" destOrd="0" presId="urn:microsoft.com/office/officeart/2005/8/layout/hChevron3"/>
    <dgm:cxn modelId="{D2BF1181-9665-412E-B18F-1F4E610E74C1}" type="presParOf" srcId="{C5F0698F-8011-4F0D-A776-A2D946B8892F}" destId="{F17907E0-4C1C-4D60-9D09-C647A84E76AC}" srcOrd="8" destOrd="0" presId="urn:microsoft.com/office/officeart/2005/8/layout/hChevron3"/>
    <dgm:cxn modelId="{91A9DAD6-08F6-4F61-B7F2-3B57BBDD0C0B}" type="presParOf" srcId="{C5F0698F-8011-4F0D-A776-A2D946B8892F}" destId="{617A76BB-B4DB-497A-9536-92AB4A72DF8B}" srcOrd="9" destOrd="0" presId="urn:microsoft.com/office/officeart/2005/8/layout/hChevron3"/>
    <dgm:cxn modelId="{B41772B1-8068-405C-B644-DC0BA2ACEE6E}" type="presParOf" srcId="{C5F0698F-8011-4F0D-A776-A2D946B8892F}" destId="{1416B75A-CD89-4970-90EF-3A99AC6AFD01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244D5D-9A65-4459-8E88-630563FCF076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066322-E36E-4671-A6A9-9FF3E7F85AA0}">
      <dgm:prSet phldrT="[Text]" phldr="0"/>
      <dgm:spPr/>
      <dgm:t>
        <a:bodyPr/>
        <a:lstStyle/>
        <a:p>
          <a:r>
            <a:rPr lang="en-US" dirty="0"/>
            <a:t>Requirements Gathering</a:t>
          </a:r>
        </a:p>
      </dgm:t>
    </dgm:pt>
    <dgm:pt modelId="{069518D8-1AD4-4D34-B002-8CBD2E606EB0}" type="parTrans" cxnId="{AD98AF2E-94BD-40B2-8ECB-BCD6D230A581}">
      <dgm:prSet/>
      <dgm:spPr/>
      <dgm:t>
        <a:bodyPr/>
        <a:lstStyle/>
        <a:p>
          <a:endParaRPr lang="en-US"/>
        </a:p>
      </dgm:t>
    </dgm:pt>
    <dgm:pt modelId="{32EDE681-F326-4513-ACB6-8AE3B1933DB7}" type="sibTrans" cxnId="{AD98AF2E-94BD-40B2-8ECB-BCD6D230A581}">
      <dgm:prSet/>
      <dgm:spPr/>
      <dgm:t>
        <a:bodyPr/>
        <a:lstStyle/>
        <a:p>
          <a:endParaRPr lang="en-US"/>
        </a:p>
      </dgm:t>
    </dgm:pt>
    <dgm:pt modelId="{288003D0-5D60-4081-84E3-A5F96D98B69B}">
      <dgm:prSet phldrT="[Text]" phldr="0"/>
      <dgm:spPr/>
      <dgm:t>
        <a:bodyPr/>
        <a:lstStyle/>
        <a:p>
          <a:r>
            <a:rPr lang="en-US" dirty="0"/>
            <a:t>Prepare Tests</a:t>
          </a:r>
        </a:p>
      </dgm:t>
    </dgm:pt>
    <dgm:pt modelId="{F05E9770-61CB-4E0A-BAD2-E75B35817066}" type="parTrans" cxnId="{A61851FA-A8D9-4227-ADF7-FE9CD7416F4A}">
      <dgm:prSet/>
      <dgm:spPr/>
      <dgm:t>
        <a:bodyPr/>
        <a:lstStyle/>
        <a:p>
          <a:endParaRPr lang="en-US"/>
        </a:p>
      </dgm:t>
    </dgm:pt>
    <dgm:pt modelId="{D7880B08-D35F-4A6E-A82B-5589F5712D46}" type="sibTrans" cxnId="{A61851FA-A8D9-4227-ADF7-FE9CD7416F4A}">
      <dgm:prSet/>
      <dgm:spPr/>
      <dgm:t>
        <a:bodyPr/>
        <a:lstStyle/>
        <a:p>
          <a:endParaRPr lang="en-US"/>
        </a:p>
      </dgm:t>
    </dgm:pt>
    <dgm:pt modelId="{DBB6FFF3-7754-466B-990B-F1AB092ADE78}">
      <dgm:prSet phldrT="[Text]" phldr="0"/>
      <dgm:spPr/>
      <dgm:t>
        <a:bodyPr/>
        <a:lstStyle/>
        <a:p>
          <a:r>
            <a:rPr lang="en-US" dirty="0"/>
            <a:t>Write code to pass tests</a:t>
          </a:r>
        </a:p>
      </dgm:t>
    </dgm:pt>
    <dgm:pt modelId="{4C55EBF8-2277-4262-9BBE-FC837A7233DB}" type="parTrans" cxnId="{6B951C54-7C5D-4EE0-8D6D-8D335620E18F}">
      <dgm:prSet/>
      <dgm:spPr/>
      <dgm:t>
        <a:bodyPr/>
        <a:lstStyle/>
        <a:p>
          <a:endParaRPr lang="en-US"/>
        </a:p>
      </dgm:t>
    </dgm:pt>
    <dgm:pt modelId="{205E9068-131C-4F89-BEDD-3AC51194C05A}" type="sibTrans" cxnId="{6B951C54-7C5D-4EE0-8D6D-8D335620E18F}">
      <dgm:prSet/>
      <dgm:spPr/>
      <dgm:t>
        <a:bodyPr/>
        <a:lstStyle/>
        <a:p>
          <a:endParaRPr lang="en-US"/>
        </a:p>
      </dgm:t>
    </dgm:pt>
    <dgm:pt modelId="{0926FCAB-765A-4329-BEE0-8AE0F0FAEB8B}">
      <dgm:prSet phldrT="[Text]" phldr="0"/>
      <dgm:spPr/>
      <dgm:t>
        <a:bodyPr/>
        <a:lstStyle/>
        <a:p>
          <a:r>
            <a:rPr lang="en-US"/>
            <a:t>Design</a:t>
          </a:r>
          <a:endParaRPr lang="en-US" dirty="0"/>
        </a:p>
      </dgm:t>
    </dgm:pt>
    <dgm:pt modelId="{B2323E44-E1D3-4FEC-A5DD-755C1379C850}" type="parTrans" cxnId="{5B76ABA0-6B32-44B2-805A-B4B9E88F2C8C}">
      <dgm:prSet/>
      <dgm:spPr/>
      <dgm:t>
        <a:bodyPr/>
        <a:lstStyle/>
        <a:p>
          <a:endParaRPr lang="en-US"/>
        </a:p>
      </dgm:t>
    </dgm:pt>
    <dgm:pt modelId="{4FB02D05-EC16-4067-83C1-3E62314C1948}" type="sibTrans" cxnId="{5B76ABA0-6B32-44B2-805A-B4B9E88F2C8C}">
      <dgm:prSet/>
      <dgm:spPr/>
      <dgm:t>
        <a:bodyPr/>
        <a:lstStyle/>
        <a:p>
          <a:endParaRPr lang="en-US"/>
        </a:p>
      </dgm:t>
    </dgm:pt>
    <dgm:pt modelId="{92928DB9-8AD6-4611-AFF7-A254BD954F06}">
      <dgm:prSet phldrT="[Text]" phldr="0"/>
      <dgm:spPr/>
      <dgm:t>
        <a:bodyPr/>
        <a:lstStyle/>
        <a:p>
          <a:r>
            <a:rPr lang="en-US"/>
            <a:t>Refactor as needed</a:t>
          </a:r>
          <a:endParaRPr lang="en-US" dirty="0"/>
        </a:p>
      </dgm:t>
    </dgm:pt>
    <dgm:pt modelId="{91A88CEC-46B3-4DE6-A2E9-657200D5FAB4}" type="parTrans" cxnId="{04E33622-A58D-4343-BBC2-B974A0E44E49}">
      <dgm:prSet/>
      <dgm:spPr/>
      <dgm:t>
        <a:bodyPr/>
        <a:lstStyle/>
        <a:p>
          <a:endParaRPr lang="en-US"/>
        </a:p>
      </dgm:t>
    </dgm:pt>
    <dgm:pt modelId="{786E7788-EAC2-4B14-9BE5-E1A0E59C0BED}" type="sibTrans" cxnId="{04E33622-A58D-4343-BBC2-B974A0E44E49}">
      <dgm:prSet/>
      <dgm:spPr/>
      <dgm:t>
        <a:bodyPr/>
        <a:lstStyle/>
        <a:p>
          <a:endParaRPr lang="en-US"/>
        </a:p>
      </dgm:t>
    </dgm:pt>
    <dgm:pt modelId="{45A08B2A-3B92-4D47-9551-28777D564C67}">
      <dgm:prSet phldrT="[Text]" phldr="0"/>
      <dgm:spPr/>
      <dgm:t>
        <a:bodyPr/>
        <a:lstStyle/>
        <a:p>
          <a:r>
            <a:rPr lang="en-US"/>
            <a:t>Deploy</a:t>
          </a:r>
          <a:endParaRPr lang="en-US" dirty="0"/>
        </a:p>
      </dgm:t>
    </dgm:pt>
    <dgm:pt modelId="{B6939535-A931-4AB8-BA5D-326BF1F971E9}" type="parTrans" cxnId="{EBCA503A-B7CF-47A7-884C-9A539028425D}">
      <dgm:prSet/>
      <dgm:spPr/>
      <dgm:t>
        <a:bodyPr/>
        <a:lstStyle/>
        <a:p>
          <a:endParaRPr lang="en-US"/>
        </a:p>
      </dgm:t>
    </dgm:pt>
    <dgm:pt modelId="{3BC39A5E-562C-4863-A9FF-6CD98D5A4FA3}" type="sibTrans" cxnId="{EBCA503A-B7CF-47A7-884C-9A539028425D}">
      <dgm:prSet/>
      <dgm:spPr/>
      <dgm:t>
        <a:bodyPr/>
        <a:lstStyle/>
        <a:p>
          <a:endParaRPr lang="en-US"/>
        </a:p>
      </dgm:t>
    </dgm:pt>
    <dgm:pt modelId="{3801D0FA-CA81-47CA-A2AF-6B79A9F0DCBD}">
      <dgm:prSet phldrT="[Text]" phldr="0"/>
      <dgm:spPr/>
      <dgm:t>
        <a:bodyPr/>
        <a:lstStyle/>
        <a:p>
          <a:r>
            <a:rPr lang="en-US"/>
            <a:t>Maintenence</a:t>
          </a:r>
          <a:endParaRPr lang="en-US" dirty="0"/>
        </a:p>
      </dgm:t>
    </dgm:pt>
    <dgm:pt modelId="{D1B5034A-2905-4FFC-B1E2-9A00CF6C8983}" type="parTrans" cxnId="{C62C15BF-BEF3-4105-8B12-3877783F42C8}">
      <dgm:prSet/>
      <dgm:spPr/>
      <dgm:t>
        <a:bodyPr/>
        <a:lstStyle/>
        <a:p>
          <a:endParaRPr lang="en-US"/>
        </a:p>
      </dgm:t>
    </dgm:pt>
    <dgm:pt modelId="{D2E7D927-BC70-407B-9307-C9DCB997565A}" type="sibTrans" cxnId="{C62C15BF-BEF3-4105-8B12-3877783F42C8}">
      <dgm:prSet/>
      <dgm:spPr/>
      <dgm:t>
        <a:bodyPr/>
        <a:lstStyle/>
        <a:p>
          <a:endParaRPr lang="en-US"/>
        </a:p>
      </dgm:t>
    </dgm:pt>
    <dgm:pt modelId="{A21AFB59-9C6E-4D2F-91FC-0F70562D30EA}" type="pres">
      <dgm:prSet presAssocID="{96244D5D-9A65-4459-8E88-630563FCF076}" presName="Name0" presStyleCnt="0">
        <dgm:presLayoutVars>
          <dgm:dir/>
          <dgm:resizeHandles val="exact"/>
        </dgm:presLayoutVars>
      </dgm:prSet>
      <dgm:spPr/>
    </dgm:pt>
    <dgm:pt modelId="{84D3C068-0FA4-4416-8A82-97C221657C71}" type="pres">
      <dgm:prSet presAssocID="{15066322-E36E-4671-A6A9-9FF3E7F85AA0}" presName="parTxOnly" presStyleLbl="node1" presStyleIdx="0" presStyleCnt="7">
        <dgm:presLayoutVars>
          <dgm:bulletEnabled val="1"/>
        </dgm:presLayoutVars>
      </dgm:prSet>
      <dgm:spPr/>
    </dgm:pt>
    <dgm:pt modelId="{4CF6175C-3D1B-4CA5-916B-848A686AC9D6}" type="pres">
      <dgm:prSet presAssocID="{32EDE681-F326-4513-ACB6-8AE3B1933DB7}" presName="parSpace" presStyleCnt="0"/>
      <dgm:spPr/>
    </dgm:pt>
    <dgm:pt modelId="{D2CA56C5-7850-4520-8A85-5E159F399F77}" type="pres">
      <dgm:prSet presAssocID="{0926FCAB-765A-4329-BEE0-8AE0F0FAEB8B}" presName="parTxOnly" presStyleLbl="node1" presStyleIdx="1" presStyleCnt="7">
        <dgm:presLayoutVars>
          <dgm:bulletEnabled val="1"/>
        </dgm:presLayoutVars>
      </dgm:prSet>
      <dgm:spPr/>
    </dgm:pt>
    <dgm:pt modelId="{10A2D013-30B6-417F-894F-D2F704E8BD82}" type="pres">
      <dgm:prSet presAssocID="{4FB02D05-EC16-4067-83C1-3E62314C1948}" presName="parSpace" presStyleCnt="0"/>
      <dgm:spPr/>
    </dgm:pt>
    <dgm:pt modelId="{B16BD4B6-D749-4070-B0F4-8EE6736E0C98}" type="pres">
      <dgm:prSet presAssocID="{288003D0-5D60-4081-84E3-A5F96D98B69B}" presName="parTxOnly" presStyleLbl="node1" presStyleIdx="2" presStyleCnt="7">
        <dgm:presLayoutVars>
          <dgm:bulletEnabled val="1"/>
        </dgm:presLayoutVars>
      </dgm:prSet>
      <dgm:spPr/>
    </dgm:pt>
    <dgm:pt modelId="{A7597645-96E3-4356-9E1C-AC383A8433AE}" type="pres">
      <dgm:prSet presAssocID="{D7880B08-D35F-4A6E-A82B-5589F5712D46}" presName="parSpace" presStyleCnt="0"/>
      <dgm:spPr/>
    </dgm:pt>
    <dgm:pt modelId="{EE1E4D9D-2A6E-4AD1-91A3-6E194A6BAEF7}" type="pres">
      <dgm:prSet presAssocID="{DBB6FFF3-7754-466B-990B-F1AB092ADE78}" presName="parTxOnly" presStyleLbl="node1" presStyleIdx="3" presStyleCnt="7">
        <dgm:presLayoutVars>
          <dgm:bulletEnabled val="1"/>
        </dgm:presLayoutVars>
      </dgm:prSet>
      <dgm:spPr/>
    </dgm:pt>
    <dgm:pt modelId="{8C79AAC9-A8C4-4949-AAED-41DCDF2D6BAA}" type="pres">
      <dgm:prSet presAssocID="{205E9068-131C-4F89-BEDD-3AC51194C05A}" presName="parSpace" presStyleCnt="0"/>
      <dgm:spPr/>
    </dgm:pt>
    <dgm:pt modelId="{34BC8F0F-C16D-4C10-9383-CAD7F0369BDC}" type="pres">
      <dgm:prSet presAssocID="{92928DB9-8AD6-4611-AFF7-A254BD954F06}" presName="parTxOnly" presStyleLbl="node1" presStyleIdx="4" presStyleCnt="7">
        <dgm:presLayoutVars>
          <dgm:bulletEnabled val="1"/>
        </dgm:presLayoutVars>
      </dgm:prSet>
      <dgm:spPr/>
    </dgm:pt>
    <dgm:pt modelId="{D11CBC28-7DD7-484C-B0ED-547CA1D9F885}" type="pres">
      <dgm:prSet presAssocID="{786E7788-EAC2-4B14-9BE5-E1A0E59C0BED}" presName="parSpace" presStyleCnt="0"/>
      <dgm:spPr/>
    </dgm:pt>
    <dgm:pt modelId="{62967E00-4061-424B-B5F8-6C019A039DAA}" type="pres">
      <dgm:prSet presAssocID="{45A08B2A-3B92-4D47-9551-28777D564C67}" presName="parTxOnly" presStyleLbl="node1" presStyleIdx="5" presStyleCnt="7">
        <dgm:presLayoutVars>
          <dgm:bulletEnabled val="1"/>
        </dgm:presLayoutVars>
      </dgm:prSet>
      <dgm:spPr/>
    </dgm:pt>
    <dgm:pt modelId="{409E71B7-B701-4781-852D-D24D83F7205D}" type="pres">
      <dgm:prSet presAssocID="{3BC39A5E-562C-4863-A9FF-6CD98D5A4FA3}" presName="parSpace" presStyleCnt="0"/>
      <dgm:spPr/>
    </dgm:pt>
    <dgm:pt modelId="{87E18002-7C73-47D4-97B1-AB25C507CBF6}" type="pres">
      <dgm:prSet presAssocID="{3801D0FA-CA81-47CA-A2AF-6B79A9F0DCBD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86CD6C08-85D4-4D88-9DB9-F0371EFCF157}" type="presOf" srcId="{DBB6FFF3-7754-466B-990B-F1AB092ADE78}" destId="{EE1E4D9D-2A6E-4AD1-91A3-6E194A6BAEF7}" srcOrd="0" destOrd="0" presId="urn:microsoft.com/office/officeart/2005/8/layout/hChevron3"/>
    <dgm:cxn modelId="{04E33622-A58D-4343-BBC2-B974A0E44E49}" srcId="{96244D5D-9A65-4459-8E88-630563FCF076}" destId="{92928DB9-8AD6-4611-AFF7-A254BD954F06}" srcOrd="4" destOrd="0" parTransId="{91A88CEC-46B3-4DE6-A2E9-657200D5FAB4}" sibTransId="{786E7788-EAC2-4B14-9BE5-E1A0E59C0BED}"/>
    <dgm:cxn modelId="{AD98AF2E-94BD-40B2-8ECB-BCD6D230A581}" srcId="{96244D5D-9A65-4459-8E88-630563FCF076}" destId="{15066322-E36E-4671-A6A9-9FF3E7F85AA0}" srcOrd="0" destOrd="0" parTransId="{069518D8-1AD4-4D34-B002-8CBD2E606EB0}" sibTransId="{32EDE681-F326-4513-ACB6-8AE3B1933DB7}"/>
    <dgm:cxn modelId="{10C13F38-28E7-4131-8D14-577375CFF55D}" type="presOf" srcId="{96244D5D-9A65-4459-8E88-630563FCF076}" destId="{A21AFB59-9C6E-4D2F-91FC-0F70562D30EA}" srcOrd="0" destOrd="0" presId="urn:microsoft.com/office/officeart/2005/8/layout/hChevron3"/>
    <dgm:cxn modelId="{EBCA503A-B7CF-47A7-884C-9A539028425D}" srcId="{96244D5D-9A65-4459-8E88-630563FCF076}" destId="{45A08B2A-3B92-4D47-9551-28777D564C67}" srcOrd="5" destOrd="0" parTransId="{B6939535-A931-4AB8-BA5D-326BF1F971E9}" sibTransId="{3BC39A5E-562C-4863-A9FF-6CD98D5A4FA3}"/>
    <dgm:cxn modelId="{6B951C54-7C5D-4EE0-8D6D-8D335620E18F}" srcId="{96244D5D-9A65-4459-8E88-630563FCF076}" destId="{DBB6FFF3-7754-466B-990B-F1AB092ADE78}" srcOrd="3" destOrd="0" parTransId="{4C55EBF8-2277-4262-9BBE-FC837A7233DB}" sibTransId="{205E9068-131C-4F89-BEDD-3AC51194C05A}"/>
    <dgm:cxn modelId="{E0EBFB7D-166A-4336-BBD6-74CFC54D84F7}" type="presOf" srcId="{0926FCAB-765A-4329-BEE0-8AE0F0FAEB8B}" destId="{D2CA56C5-7850-4520-8A85-5E159F399F77}" srcOrd="0" destOrd="0" presId="urn:microsoft.com/office/officeart/2005/8/layout/hChevron3"/>
    <dgm:cxn modelId="{9B053997-D9E4-434B-8A4E-7BC58C2571A9}" type="presOf" srcId="{45A08B2A-3B92-4D47-9551-28777D564C67}" destId="{62967E00-4061-424B-B5F8-6C019A039DAA}" srcOrd="0" destOrd="0" presId="urn:microsoft.com/office/officeart/2005/8/layout/hChevron3"/>
    <dgm:cxn modelId="{5B76ABA0-6B32-44B2-805A-B4B9E88F2C8C}" srcId="{96244D5D-9A65-4459-8E88-630563FCF076}" destId="{0926FCAB-765A-4329-BEE0-8AE0F0FAEB8B}" srcOrd="1" destOrd="0" parTransId="{B2323E44-E1D3-4FEC-A5DD-755C1379C850}" sibTransId="{4FB02D05-EC16-4067-83C1-3E62314C1948}"/>
    <dgm:cxn modelId="{10ADD0A1-ED2F-45EA-928C-44B26722A0F9}" type="presOf" srcId="{288003D0-5D60-4081-84E3-A5F96D98B69B}" destId="{B16BD4B6-D749-4070-B0F4-8EE6736E0C98}" srcOrd="0" destOrd="0" presId="urn:microsoft.com/office/officeart/2005/8/layout/hChevron3"/>
    <dgm:cxn modelId="{C62C15BF-BEF3-4105-8B12-3877783F42C8}" srcId="{96244D5D-9A65-4459-8E88-630563FCF076}" destId="{3801D0FA-CA81-47CA-A2AF-6B79A9F0DCBD}" srcOrd="6" destOrd="0" parTransId="{D1B5034A-2905-4FFC-B1E2-9A00CF6C8983}" sibTransId="{D2E7D927-BC70-407B-9307-C9DCB997565A}"/>
    <dgm:cxn modelId="{0FEFF3BF-22F8-49FD-B66C-7A52B84E3EC0}" type="presOf" srcId="{15066322-E36E-4671-A6A9-9FF3E7F85AA0}" destId="{84D3C068-0FA4-4416-8A82-97C221657C71}" srcOrd="0" destOrd="0" presId="urn:microsoft.com/office/officeart/2005/8/layout/hChevron3"/>
    <dgm:cxn modelId="{0C8250C9-2CCE-43B2-A856-45077CB9D60C}" type="presOf" srcId="{3801D0FA-CA81-47CA-A2AF-6B79A9F0DCBD}" destId="{87E18002-7C73-47D4-97B1-AB25C507CBF6}" srcOrd="0" destOrd="0" presId="urn:microsoft.com/office/officeart/2005/8/layout/hChevron3"/>
    <dgm:cxn modelId="{7E02DBE4-1444-438B-A7AF-95B93471A945}" type="presOf" srcId="{92928DB9-8AD6-4611-AFF7-A254BD954F06}" destId="{34BC8F0F-C16D-4C10-9383-CAD7F0369BDC}" srcOrd="0" destOrd="0" presId="urn:microsoft.com/office/officeart/2005/8/layout/hChevron3"/>
    <dgm:cxn modelId="{A61851FA-A8D9-4227-ADF7-FE9CD7416F4A}" srcId="{96244D5D-9A65-4459-8E88-630563FCF076}" destId="{288003D0-5D60-4081-84E3-A5F96D98B69B}" srcOrd="2" destOrd="0" parTransId="{F05E9770-61CB-4E0A-BAD2-E75B35817066}" sibTransId="{D7880B08-D35F-4A6E-A82B-5589F5712D46}"/>
    <dgm:cxn modelId="{F81603CD-CE61-4DDC-9C11-38E684AAECB4}" type="presParOf" srcId="{A21AFB59-9C6E-4D2F-91FC-0F70562D30EA}" destId="{84D3C068-0FA4-4416-8A82-97C221657C71}" srcOrd="0" destOrd="0" presId="urn:microsoft.com/office/officeart/2005/8/layout/hChevron3"/>
    <dgm:cxn modelId="{0141E6C9-F9DF-4925-99D7-05C6867ECFCC}" type="presParOf" srcId="{A21AFB59-9C6E-4D2F-91FC-0F70562D30EA}" destId="{4CF6175C-3D1B-4CA5-916B-848A686AC9D6}" srcOrd="1" destOrd="0" presId="urn:microsoft.com/office/officeart/2005/8/layout/hChevron3"/>
    <dgm:cxn modelId="{0A4E4108-4861-470A-942D-3142C1FEA306}" type="presParOf" srcId="{A21AFB59-9C6E-4D2F-91FC-0F70562D30EA}" destId="{D2CA56C5-7850-4520-8A85-5E159F399F77}" srcOrd="2" destOrd="0" presId="urn:microsoft.com/office/officeart/2005/8/layout/hChevron3"/>
    <dgm:cxn modelId="{D781AF34-8E59-4AC2-BA8C-DAFF4D483E59}" type="presParOf" srcId="{A21AFB59-9C6E-4D2F-91FC-0F70562D30EA}" destId="{10A2D013-30B6-417F-894F-D2F704E8BD82}" srcOrd="3" destOrd="0" presId="urn:microsoft.com/office/officeart/2005/8/layout/hChevron3"/>
    <dgm:cxn modelId="{356E036C-B285-46A1-913A-8E333538A283}" type="presParOf" srcId="{A21AFB59-9C6E-4D2F-91FC-0F70562D30EA}" destId="{B16BD4B6-D749-4070-B0F4-8EE6736E0C98}" srcOrd="4" destOrd="0" presId="urn:microsoft.com/office/officeart/2005/8/layout/hChevron3"/>
    <dgm:cxn modelId="{88CBE19D-CF90-43CF-95CD-C6428DE70D53}" type="presParOf" srcId="{A21AFB59-9C6E-4D2F-91FC-0F70562D30EA}" destId="{A7597645-96E3-4356-9E1C-AC383A8433AE}" srcOrd="5" destOrd="0" presId="urn:microsoft.com/office/officeart/2005/8/layout/hChevron3"/>
    <dgm:cxn modelId="{5A0EED45-F1F1-459A-83E2-1B81A5482699}" type="presParOf" srcId="{A21AFB59-9C6E-4D2F-91FC-0F70562D30EA}" destId="{EE1E4D9D-2A6E-4AD1-91A3-6E194A6BAEF7}" srcOrd="6" destOrd="0" presId="urn:microsoft.com/office/officeart/2005/8/layout/hChevron3"/>
    <dgm:cxn modelId="{A3A07BA9-C85C-41F2-A969-388F44CFDE48}" type="presParOf" srcId="{A21AFB59-9C6E-4D2F-91FC-0F70562D30EA}" destId="{8C79AAC9-A8C4-4949-AAED-41DCDF2D6BAA}" srcOrd="7" destOrd="0" presId="urn:microsoft.com/office/officeart/2005/8/layout/hChevron3"/>
    <dgm:cxn modelId="{5D9739EC-FFFA-479A-AA6D-51348DEAC913}" type="presParOf" srcId="{A21AFB59-9C6E-4D2F-91FC-0F70562D30EA}" destId="{34BC8F0F-C16D-4C10-9383-CAD7F0369BDC}" srcOrd="8" destOrd="0" presId="urn:microsoft.com/office/officeart/2005/8/layout/hChevron3"/>
    <dgm:cxn modelId="{E2ACB8F9-31BB-4DFA-8A9B-FB3BC8F70192}" type="presParOf" srcId="{A21AFB59-9C6E-4D2F-91FC-0F70562D30EA}" destId="{D11CBC28-7DD7-484C-B0ED-547CA1D9F885}" srcOrd="9" destOrd="0" presId="urn:microsoft.com/office/officeart/2005/8/layout/hChevron3"/>
    <dgm:cxn modelId="{0CC8E6C0-705F-4471-8AC1-8AAC28C982BE}" type="presParOf" srcId="{A21AFB59-9C6E-4D2F-91FC-0F70562D30EA}" destId="{62967E00-4061-424B-B5F8-6C019A039DAA}" srcOrd="10" destOrd="0" presId="urn:microsoft.com/office/officeart/2005/8/layout/hChevron3"/>
    <dgm:cxn modelId="{C287987B-FF60-40D6-A836-A874CD24FD7A}" type="presParOf" srcId="{A21AFB59-9C6E-4D2F-91FC-0F70562D30EA}" destId="{409E71B7-B701-4781-852D-D24D83F7205D}" srcOrd="11" destOrd="0" presId="urn:microsoft.com/office/officeart/2005/8/layout/hChevron3"/>
    <dgm:cxn modelId="{CAE3F826-6B98-40BA-9036-8DF50189E071}" type="presParOf" srcId="{A21AFB59-9C6E-4D2F-91FC-0F70562D30EA}" destId="{87E18002-7C73-47D4-97B1-AB25C507CBF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DF525-BAF4-4354-892D-EA34F72FFF79}">
      <dsp:nvSpPr>
        <dsp:cNvPr id="0" name=""/>
        <dsp:cNvSpPr/>
      </dsp:nvSpPr>
      <dsp:spPr>
        <a:xfrm>
          <a:off x="762" y="870233"/>
          <a:ext cx="1248740" cy="49949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Requirements Gathering</a:t>
          </a:r>
        </a:p>
      </dsp:txBody>
      <dsp:txXfrm>
        <a:off x="762" y="870233"/>
        <a:ext cx="1123866" cy="499496"/>
      </dsp:txXfrm>
    </dsp:sp>
    <dsp:sp modelId="{14AF5DC0-5E64-4EB7-97A8-0652A79E58F5}">
      <dsp:nvSpPr>
        <dsp:cNvPr id="0" name=""/>
        <dsp:cNvSpPr/>
      </dsp:nvSpPr>
      <dsp:spPr>
        <a:xfrm>
          <a:off x="999754" y="870233"/>
          <a:ext cx="1248740" cy="499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Design</a:t>
          </a:r>
        </a:p>
      </dsp:txBody>
      <dsp:txXfrm>
        <a:off x="1249502" y="870233"/>
        <a:ext cx="749244" cy="499496"/>
      </dsp:txXfrm>
    </dsp:sp>
    <dsp:sp modelId="{E8BEAC1D-C3F5-4F1A-97BA-8A8840CADC26}">
      <dsp:nvSpPr>
        <dsp:cNvPr id="0" name=""/>
        <dsp:cNvSpPr/>
      </dsp:nvSpPr>
      <dsp:spPr>
        <a:xfrm>
          <a:off x="1998746" y="870233"/>
          <a:ext cx="1248740" cy="499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Implementation</a:t>
          </a:r>
        </a:p>
      </dsp:txBody>
      <dsp:txXfrm>
        <a:off x="2248494" y="870233"/>
        <a:ext cx="749244" cy="499496"/>
      </dsp:txXfrm>
    </dsp:sp>
    <dsp:sp modelId="{5CAC8913-C503-4430-8E22-8C14FA7FEBEA}">
      <dsp:nvSpPr>
        <dsp:cNvPr id="0" name=""/>
        <dsp:cNvSpPr/>
      </dsp:nvSpPr>
      <dsp:spPr>
        <a:xfrm>
          <a:off x="2997738" y="870233"/>
          <a:ext cx="1248740" cy="499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Testing</a:t>
          </a:r>
        </a:p>
      </dsp:txBody>
      <dsp:txXfrm>
        <a:off x="3247486" y="870233"/>
        <a:ext cx="749244" cy="499496"/>
      </dsp:txXfrm>
    </dsp:sp>
    <dsp:sp modelId="{F17907E0-4C1C-4D60-9D09-C647A84E76AC}">
      <dsp:nvSpPr>
        <dsp:cNvPr id="0" name=""/>
        <dsp:cNvSpPr/>
      </dsp:nvSpPr>
      <dsp:spPr>
        <a:xfrm>
          <a:off x="3996730" y="870233"/>
          <a:ext cx="1248740" cy="499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Deployment</a:t>
          </a:r>
          <a:endParaRPr lang="en-US" sz="700" kern="1200" dirty="0"/>
        </a:p>
      </dsp:txBody>
      <dsp:txXfrm>
        <a:off x="4246478" y="870233"/>
        <a:ext cx="749244" cy="499496"/>
      </dsp:txXfrm>
    </dsp:sp>
    <dsp:sp modelId="{1416B75A-CD89-4970-90EF-3A99AC6AFD01}">
      <dsp:nvSpPr>
        <dsp:cNvPr id="0" name=""/>
        <dsp:cNvSpPr/>
      </dsp:nvSpPr>
      <dsp:spPr>
        <a:xfrm>
          <a:off x="4995722" y="870233"/>
          <a:ext cx="1248740" cy="49949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Maintenence</a:t>
          </a:r>
          <a:endParaRPr lang="en-US" sz="700" kern="1200" dirty="0"/>
        </a:p>
      </dsp:txBody>
      <dsp:txXfrm>
        <a:off x="5245470" y="870233"/>
        <a:ext cx="749244" cy="499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3C068-0FA4-4416-8A82-97C221657C71}">
      <dsp:nvSpPr>
        <dsp:cNvPr id="0" name=""/>
        <dsp:cNvSpPr/>
      </dsp:nvSpPr>
      <dsp:spPr>
        <a:xfrm>
          <a:off x="914" y="904692"/>
          <a:ext cx="1076447" cy="43057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Requirements Gathering</a:t>
          </a:r>
        </a:p>
      </dsp:txBody>
      <dsp:txXfrm>
        <a:off x="914" y="904692"/>
        <a:ext cx="968803" cy="430578"/>
      </dsp:txXfrm>
    </dsp:sp>
    <dsp:sp modelId="{D2CA56C5-7850-4520-8A85-5E159F399F77}">
      <dsp:nvSpPr>
        <dsp:cNvPr id="0" name=""/>
        <dsp:cNvSpPr/>
      </dsp:nvSpPr>
      <dsp:spPr>
        <a:xfrm>
          <a:off x="862072" y="904692"/>
          <a:ext cx="1076447" cy="4305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Design</a:t>
          </a:r>
          <a:endParaRPr lang="en-US" sz="700" kern="1200" dirty="0"/>
        </a:p>
      </dsp:txBody>
      <dsp:txXfrm>
        <a:off x="1077361" y="904692"/>
        <a:ext cx="645869" cy="430578"/>
      </dsp:txXfrm>
    </dsp:sp>
    <dsp:sp modelId="{B16BD4B6-D749-4070-B0F4-8EE6736E0C98}">
      <dsp:nvSpPr>
        <dsp:cNvPr id="0" name=""/>
        <dsp:cNvSpPr/>
      </dsp:nvSpPr>
      <dsp:spPr>
        <a:xfrm>
          <a:off x="1723230" y="904692"/>
          <a:ext cx="1076447" cy="4305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Prepare Tests</a:t>
          </a:r>
        </a:p>
      </dsp:txBody>
      <dsp:txXfrm>
        <a:off x="1938519" y="904692"/>
        <a:ext cx="645869" cy="430578"/>
      </dsp:txXfrm>
    </dsp:sp>
    <dsp:sp modelId="{EE1E4D9D-2A6E-4AD1-91A3-6E194A6BAEF7}">
      <dsp:nvSpPr>
        <dsp:cNvPr id="0" name=""/>
        <dsp:cNvSpPr/>
      </dsp:nvSpPr>
      <dsp:spPr>
        <a:xfrm>
          <a:off x="2584388" y="904692"/>
          <a:ext cx="1076447" cy="4305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Write code to pass tests</a:t>
          </a:r>
        </a:p>
      </dsp:txBody>
      <dsp:txXfrm>
        <a:off x="2799677" y="904692"/>
        <a:ext cx="645869" cy="430578"/>
      </dsp:txXfrm>
    </dsp:sp>
    <dsp:sp modelId="{34BC8F0F-C16D-4C10-9383-CAD7F0369BDC}">
      <dsp:nvSpPr>
        <dsp:cNvPr id="0" name=""/>
        <dsp:cNvSpPr/>
      </dsp:nvSpPr>
      <dsp:spPr>
        <a:xfrm>
          <a:off x="3445546" y="904692"/>
          <a:ext cx="1076447" cy="4305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Refactor as needed</a:t>
          </a:r>
          <a:endParaRPr lang="en-US" sz="700" kern="1200" dirty="0"/>
        </a:p>
      </dsp:txBody>
      <dsp:txXfrm>
        <a:off x="3660835" y="904692"/>
        <a:ext cx="645869" cy="430578"/>
      </dsp:txXfrm>
    </dsp:sp>
    <dsp:sp modelId="{62967E00-4061-424B-B5F8-6C019A039DAA}">
      <dsp:nvSpPr>
        <dsp:cNvPr id="0" name=""/>
        <dsp:cNvSpPr/>
      </dsp:nvSpPr>
      <dsp:spPr>
        <a:xfrm>
          <a:off x="4306704" y="904692"/>
          <a:ext cx="1076447" cy="4305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Deploy</a:t>
          </a:r>
          <a:endParaRPr lang="en-US" sz="700" kern="1200" dirty="0"/>
        </a:p>
      </dsp:txBody>
      <dsp:txXfrm>
        <a:off x="4521993" y="904692"/>
        <a:ext cx="645869" cy="430578"/>
      </dsp:txXfrm>
    </dsp:sp>
    <dsp:sp modelId="{87E18002-7C73-47D4-97B1-AB25C507CBF6}">
      <dsp:nvSpPr>
        <dsp:cNvPr id="0" name=""/>
        <dsp:cNvSpPr/>
      </dsp:nvSpPr>
      <dsp:spPr>
        <a:xfrm>
          <a:off x="5167862" y="904692"/>
          <a:ext cx="1076447" cy="43057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004" tIns="18669" rIns="9335" bIns="18669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/>
            <a:t>Maintenence</a:t>
          </a:r>
          <a:endParaRPr lang="en-US" sz="700" kern="1200" dirty="0"/>
        </a:p>
      </dsp:txBody>
      <dsp:txXfrm>
        <a:off x="5383151" y="904692"/>
        <a:ext cx="645869" cy="430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175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37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957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164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82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9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30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6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70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2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2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0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C5058-6BD0-66FA-0F73-E86389242B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3000"/>
          </a:blip>
          <a:srcRect t="18184" b="1621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AE993D-6F5A-4BB0-A457-D4BC0CD4A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9052560" cy="3546179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Performance</a:t>
            </a:r>
            <a:br>
              <a:rPr lang="en-US" dirty="0"/>
            </a:br>
            <a:r>
              <a:rPr lang="en-US" dirty="0"/>
              <a:t>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FB440-1712-B075-7F49-543339B7A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9052560" cy="7040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 Shift-Left Approach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30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BFB7F-4181-09FC-EE46-8C25E2A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758952"/>
            <a:ext cx="8321040" cy="1855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Standard Development </a:t>
            </a:r>
            <a:br>
              <a:rPr lang="en-US" dirty="0"/>
            </a:br>
            <a:r>
              <a:rPr lang="en-US" dirty="0"/>
              <a:t>Life Cycle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D593FB-2EA4-4795-AC37-1F9E8954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81200" y="293616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98F8-667B-B0C8-D731-CC363C90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3257894"/>
            <a:ext cx="5602288" cy="252419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Requirements gathering</a:t>
            </a:r>
          </a:p>
          <a:p>
            <a:pPr algn="just"/>
            <a:r>
              <a:rPr lang="en-US" dirty="0"/>
              <a:t>Design</a:t>
            </a:r>
          </a:p>
          <a:p>
            <a:pPr algn="just"/>
            <a:r>
              <a:rPr lang="en-US" dirty="0"/>
              <a:t>Implementation</a:t>
            </a:r>
          </a:p>
          <a:p>
            <a:pPr algn="just"/>
            <a:r>
              <a:rPr lang="en-US" dirty="0"/>
              <a:t>Testing</a:t>
            </a:r>
          </a:p>
          <a:p>
            <a:pPr algn="just"/>
            <a:r>
              <a:rPr lang="en-US" dirty="0"/>
              <a:t>Deployment</a:t>
            </a:r>
          </a:p>
          <a:p>
            <a:pPr algn="just"/>
            <a:r>
              <a:rPr lang="en-US" dirty="0"/>
              <a:t>Maintenance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B9DD2-C85E-8EC2-DA29-2CEE4DE0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7169AF-44AE-5C5D-6172-EE5DE9418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5F42C-7E0E-A9AD-88DE-BE82BC1C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758952"/>
            <a:ext cx="8321040" cy="1855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Standard Testing </a:t>
            </a:r>
            <a:br>
              <a:rPr lang="en-US" dirty="0"/>
            </a:br>
            <a:r>
              <a:rPr lang="en-US" dirty="0"/>
              <a:t>Life Cycle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251F3B-D447-C9D5-98CE-ACF62250C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81200" y="293616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A10A-588E-1F18-78FD-E100B87E1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3257894"/>
            <a:ext cx="5602288" cy="252419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Requirements Analysis</a:t>
            </a:r>
          </a:p>
          <a:p>
            <a:pPr algn="just"/>
            <a:r>
              <a:rPr lang="en-US" dirty="0"/>
              <a:t>Test Planning</a:t>
            </a:r>
          </a:p>
          <a:p>
            <a:pPr algn="just"/>
            <a:r>
              <a:rPr lang="en-US" dirty="0"/>
              <a:t>Test Case Design</a:t>
            </a:r>
          </a:p>
          <a:p>
            <a:pPr algn="just"/>
            <a:r>
              <a:rPr lang="en-US" dirty="0"/>
              <a:t>Test Environment Setup</a:t>
            </a:r>
          </a:p>
          <a:p>
            <a:pPr algn="just"/>
            <a:r>
              <a:rPr lang="en-US" dirty="0"/>
              <a:t>Test Execution</a:t>
            </a:r>
          </a:p>
          <a:p>
            <a:pPr algn="just"/>
            <a:r>
              <a:rPr lang="en-US" dirty="0"/>
              <a:t>Test Closure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9CBBF772-3FF6-7FBB-4076-9FD38CEB7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7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2CC6653-E87D-8D15-0887-9BBED26D561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94055196"/>
              </p:ext>
            </p:extLst>
          </p:nvPr>
        </p:nvGraphicFramePr>
        <p:xfrm>
          <a:off x="5184775" y="758825"/>
          <a:ext cx="6245225" cy="223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AF7A36E-0608-928B-5B4D-157F444EB2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4890462"/>
              </p:ext>
            </p:extLst>
          </p:nvPr>
        </p:nvGraphicFramePr>
        <p:xfrm>
          <a:off x="5184775" y="3273425"/>
          <a:ext cx="6245225" cy="2239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5F201EF-1E70-53BE-3415-6E0715C4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Shift-Left: Starting testing practices earlier in the development cycle</a:t>
            </a:r>
          </a:p>
        </p:txBody>
      </p:sp>
    </p:spTree>
    <p:extLst>
      <p:ext uri="{BB962C8B-B14F-4D97-AF65-F5344CB8AC3E}">
        <p14:creationId xmlns:p14="http://schemas.microsoft.com/office/powerpoint/2010/main" val="104152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C7BBC-7053-4827-F9CB-953734F31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7C2BBB-E068-0E57-2130-8D6F6A200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7D25A-DFC9-AFF7-E729-D56385066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758952"/>
            <a:ext cx="8321040" cy="1855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Performance Engineering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3BC171-505B-24E0-1815-ADC9C02A2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81200" y="293616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0945-9CF2-CEE9-34EB-03F204747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688" y="3257894"/>
            <a:ext cx="5894896" cy="252419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Performance focused</a:t>
            </a:r>
          </a:p>
          <a:p>
            <a:pPr algn="just"/>
            <a:r>
              <a:rPr lang="en-US" dirty="0"/>
              <a:t>Engaged early in SDLC</a:t>
            </a:r>
          </a:p>
          <a:p>
            <a:pPr algn="just"/>
            <a:r>
              <a:rPr lang="en-US" dirty="0"/>
              <a:t>Anticipate performance bottlenecks</a:t>
            </a:r>
          </a:p>
          <a:p>
            <a:pPr algn="just"/>
            <a:r>
              <a:rPr lang="en-US" dirty="0"/>
              <a:t>Reduce risk of NFR defects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476160E2-E901-05B0-A3C8-8292E6503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2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A77AB-C2C9-7C53-7859-0F949F6D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1142EA9-40C5-4140-C30D-4DB38FD46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3FF855-27EA-9B4C-C30D-10066258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758952"/>
            <a:ext cx="8321040" cy="1855475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/>
              <a:t>Functional Testing</a:t>
            </a:r>
            <a:br>
              <a:rPr lang="en-US" dirty="0"/>
            </a:br>
            <a:r>
              <a:rPr lang="en-US" dirty="0"/>
              <a:t>vs</a:t>
            </a:r>
            <a:br>
              <a:rPr lang="en-US" dirty="0"/>
            </a:br>
            <a:r>
              <a:rPr lang="en-US" dirty="0"/>
              <a:t>Non-Functional Testing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537182-7C33-8626-6FF2-0CA7B636E2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81200" y="293616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4D89-1395-5ECF-52BB-E9F2B62EF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427639"/>
            <a:ext cx="4636008" cy="25241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Non-functional testing</a:t>
            </a:r>
          </a:p>
          <a:p>
            <a:pPr algn="just"/>
            <a:r>
              <a:rPr lang="en-US" sz="1800" i="1" dirty="0"/>
              <a:t>Application focused</a:t>
            </a:r>
          </a:p>
          <a:p>
            <a:pPr algn="just"/>
            <a:r>
              <a:rPr lang="en-US" sz="1800" i="1" dirty="0"/>
              <a:t>May support static testing</a:t>
            </a:r>
          </a:p>
          <a:p>
            <a:pPr algn="just"/>
            <a:r>
              <a:rPr lang="en-US" sz="1800" i="1" dirty="0"/>
              <a:t>Directly tied to stakeholder requirements</a:t>
            </a:r>
          </a:p>
          <a:p>
            <a:pPr algn="just"/>
            <a:r>
              <a:rPr lang="en-US" sz="1800" i="1" dirty="0"/>
              <a:t>Answers the question “Are we building the right product?”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D32D3DD8-132B-A1CD-89E5-F8CFF90E6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860155-F4DB-D54A-B103-310893BED2C5}"/>
              </a:ext>
            </a:extLst>
          </p:cNvPr>
          <p:cNvSpPr txBox="1">
            <a:spLocks/>
          </p:cNvSpPr>
          <p:nvPr/>
        </p:nvSpPr>
        <p:spPr>
          <a:xfrm>
            <a:off x="1459992" y="3428243"/>
            <a:ext cx="4636008" cy="2524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n-US" sz="2000" i="0" dirty="0"/>
              <a:t>Functional testing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Feature focused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Requires running application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Directly tied to user stories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Answers the question “Are we building the product right?”</a:t>
            </a:r>
          </a:p>
        </p:txBody>
      </p:sp>
    </p:spTree>
    <p:extLst>
      <p:ext uri="{BB962C8B-B14F-4D97-AF65-F5344CB8AC3E}">
        <p14:creationId xmlns:p14="http://schemas.microsoft.com/office/powerpoint/2010/main" val="1376956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C5FEA-F861-BA23-D380-EFF4398E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AF38FB9-9D6E-A810-FFCF-686E4833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A73D0-33CE-1C97-C5C3-D21BF754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758952"/>
            <a:ext cx="8321040" cy="1855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Types of </a:t>
            </a:r>
            <a:br>
              <a:rPr lang="en-US" dirty="0"/>
            </a:br>
            <a:r>
              <a:rPr lang="en-US" dirty="0"/>
              <a:t>Performance Tests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B66D75-746C-846F-8755-6118FE077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81200" y="293616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5B961-1EF4-3955-21B4-2AADB66A6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0" y="3257894"/>
            <a:ext cx="5044504" cy="252419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Load test</a:t>
            </a:r>
          </a:p>
          <a:p>
            <a:pPr algn="just"/>
            <a:r>
              <a:rPr lang="en-US" dirty="0"/>
              <a:t>Stress test</a:t>
            </a:r>
          </a:p>
          <a:p>
            <a:pPr algn="just"/>
            <a:r>
              <a:rPr lang="en-US" dirty="0"/>
              <a:t>Spike test</a:t>
            </a:r>
          </a:p>
          <a:p>
            <a:pPr algn="just"/>
            <a:r>
              <a:rPr lang="en-US" dirty="0"/>
              <a:t>Endurance test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48F3421B-2A3B-A13F-C3D6-25EF4CEB6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1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C96F0-6A0A-C5E5-E06A-79E4E8B6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243215-EE0E-27C0-324F-EEAF1A3C2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1F1C02-9EA7-F11D-2EDB-9F062EB3A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480" y="758952"/>
            <a:ext cx="8321040" cy="185547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Performance Terminology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F81CAD-B248-39C3-26C1-23369EAA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981200" y="2936160"/>
            <a:ext cx="822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311B6-CA21-D99C-6CAD-D86E61E64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427639"/>
            <a:ext cx="4636008" cy="252419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Error Rate</a:t>
            </a:r>
          </a:p>
          <a:p>
            <a:pPr algn="just"/>
            <a:r>
              <a:rPr lang="en-US" dirty="0"/>
              <a:t>Percentiles</a:t>
            </a:r>
          </a:p>
          <a:p>
            <a:pPr algn="just"/>
            <a:r>
              <a:rPr lang="en-US" dirty="0" err="1"/>
              <a:t>Apdex</a:t>
            </a:r>
            <a:r>
              <a:rPr lang="en-US" dirty="0"/>
              <a:t> Score</a:t>
            </a:r>
          </a:p>
          <a:p>
            <a:pPr algn="just"/>
            <a:r>
              <a:rPr lang="en-US" dirty="0"/>
              <a:t>Scalability</a:t>
            </a:r>
          </a:p>
          <a:p>
            <a:pPr algn="just"/>
            <a:r>
              <a:rPr lang="en-US" dirty="0"/>
              <a:t>Capacity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2907659D-70D9-A55E-4813-80E44DB2A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565E85-AE15-58F9-06D7-D00D44FF3A18}"/>
              </a:ext>
            </a:extLst>
          </p:cNvPr>
          <p:cNvSpPr txBox="1">
            <a:spLocks/>
          </p:cNvSpPr>
          <p:nvPr/>
        </p:nvSpPr>
        <p:spPr>
          <a:xfrm>
            <a:off x="3575304" y="3428243"/>
            <a:ext cx="2520696" cy="2524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sz="2000" i="0" dirty="0"/>
              <a:t>Latency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sz="2000" i="0" dirty="0"/>
              <a:t>Response Time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sz="2000" i="0" dirty="0"/>
              <a:t>Throughput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sz="2000" i="0" dirty="0"/>
              <a:t>Concurrency</a:t>
            </a:r>
          </a:p>
          <a:p>
            <a:pPr marL="468630" lvl="1" indent="-285750" algn="just">
              <a:buFont typeface="Arial" panose="020B0604020202020204" pitchFamily="34" charset="0"/>
              <a:buChar char="•"/>
            </a:pPr>
            <a:r>
              <a:rPr lang="en-US" sz="2000" i="0" dirty="0"/>
              <a:t>Utilization</a:t>
            </a:r>
          </a:p>
        </p:txBody>
      </p:sp>
    </p:spTree>
    <p:extLst>
      <p:ext uri="{BB962C8B-B14F-4D97-AF65-F5344CB8AC3E}">
        <p14:creationId xmlns:p14="http://schemas.microsoft.com/office/powerpoint/2010/main" val="439956360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167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Sitka Banner</vt:lpstr>
      <vt:lpstr>HeadlinesVTI</vt:lpstr>
      <vt:lpstr>Performance Engineering</vt:lpstr>
      <vt:lpstr>Standard Development  Life Cycle</vt:lpstr>
      <vt:lpstr>Standard Testing  Life Cycle</vt:lpstr>
      <vt:lpstr>Shift-Left: Starting testing practices earlier in the development cycle</vt:lpstr>
      <vt:lpstr>Performance Engineering</vt:lpstr>
      <vt:lpstr>Functional Testing vs Non-Functional Testing</vt:lpstr>
      <vt:lpstr>Types of  Performance Tests</vt:lpstr>
      <vt:lpstr>Performance Terminology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1</cp:revision>
  <dcterms:created xsi:type="dcterms:W3CDTF">2026-03-16T15:24:56Z</dcterms:created>
  <dcterms:modified xsi:type="dcterms:W3CDTF">2026-03-16T16:02:05Z</dcterms:modified>
</cp:coreProperties>
</file>